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914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914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818120" y="914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966960" y="914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E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2286000" cy="5029200"/>
          </a:xfrm>
          <a:prstGeom prst="roundRect">
            <a:avLst>
              <a:gd name="adj" fmla="val 2800"/>
            </a:avLst>
          </a:prstGeom>
          <a:solidFill>
            <a:srgbClr val="F4FA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444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4F1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0756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schema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35000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vw_opportunities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vw_bookings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vw_accounts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342900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4F1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538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schema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81304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vw_revenue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vw_costs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vw_budget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1737360" cy="1234440"/>
          </a:xfrm>
          <a:prstGeom prst="roundRect">
            <a:avLst>
              <a:gd name="adj" fmla="val 5185"/>
            </a:avLst>
          </a:prstGeom>
          <a:solidFill>
            <a:srgbClr val="E4F1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0017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schema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276088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vw_usage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vw_incidents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4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vw_capacity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196596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91840" y="22402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Genie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25694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342900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9184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Genie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4032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Agent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4892040"/>
            <a:ext cx="1920240" cy="1234440"/>
          </a:xfrm>
          <a:prstGeom prst="roundRect">
            <a:avLst>
              <a:gd name="adj" fmla="val 5185"/>
            </a:avLst>
          </a:prstGeom>
          <a:solidFill>
            <a:srgbClr val="02809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91840" y="5166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Genie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291840" y="54955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Agent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1965960"/>
            <a:ext cx="1691640" cy="4160520"/>
          </a:xfrm>
          <a:prstGeom prst="roundRect">
            <a:avLst>
              <a:gd name="adj" fmla="val 3784"/>
            </a:avLst>
          </a:prstGeom>
          <a:solidFill>
            <a:srgbClr val="0B20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669280" y="35890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0" y="39364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43388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routing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18120" y="3268980"/>
            <a:ext cx="1691640" cy="1554480"/>
          </a:xfrm>
          <a:prstGeom prst="roundRect">
            <a:avLst>
              <a:gd name="adj" fmla="val 4118"/>
            </a:avLst>
          </a:prstGeom>
          <a:solidFill>
            <a:srgbClr val="E4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18120" y="35981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818120" y="38724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42016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API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966960" y="3268980"/>
            <a:ext cx="1691640" cy="1554480"/>
          </a:xfrm>
          <a:prstGeom prst="roundRect">
            <a:avLst>
              <a:gd name="adj" fmla="val 4118"/>
            </a:avLst>
          </a:prstGeom>
          <a:solidFill>
            <a:srgbClr val="E4F1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966960" y="37444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9966960" y="40736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5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34640" y="2583180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212080" y="2583180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834640" y="4046220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212080" y="4046220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834640" y="5509260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212080" y="5509260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360920" y="4046220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509760" y="4046220"/>
            <a:ext cx="4114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2026-09-02T11:26:35Z</dcterms:created>
  <dcterms:modified xsi:type="dcterms:W3CDTF">2026-09-02T11:26:35Z</dcterms:modified>
</cp:coreProperties>
</file>